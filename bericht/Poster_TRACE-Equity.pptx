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ster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0276000" cy="4280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